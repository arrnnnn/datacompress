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99579-213C-B559-4453-449FDC1CC5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338103-D00A-AA9A-CF5B-3EB2BB75AC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D09A9E-8B73-833B-670F-4FABFFBEE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E4D6D-C370-4F72-9539-D45CB36856BB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6CF4AA-19EB-B81A-B092-DBD563945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478A49-EF33-C48A-7141-C07F89626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A6C01-8E08-482A-AA2A-11BED563D7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98099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36A1C-8597-4AD0-CA26-59D0B77F7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CA1052-BF50-DEFF-5DDD-B0D8D0664E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2BB4BA-7574-EAA5-A1F9-BC505C9D2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E4D6D-C370-4F72-9539-D45CB36856BB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8344AE-1314-E8AB-EFC2-ACD13AF2C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A52E74-63AC-CC27-615A-E9C7B990E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A6C01-8E08-482A-AA2A-11BED563D7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7737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9E6A1-A273-D19B-B601-46FA8B568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94EE49-1B3D-7528-C52F-A5F5332149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11E9C3-A456-489C-9670-BCA18C434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E4D6D-C370-4F72-9539-D45CB36856BB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1FE6BA-B731-E81B-8C5C-DC79444B3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69D03F-2FE0-E58E-0CF1-BAEACE297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A6C01-8E08-482A-AA2A-11BED563D7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9319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8E696-8CC3-B2A5-A206-8BD6512A5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EBF09-2288-E2FC-C4D6-832B9E1A96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6B93F4-34D5-99DC-DEDF-9CEFFCE672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EAD698-1DF7-0B9F-C043-6234E7CEC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E4D6D-C370-4F72-9539-D45CB36856BB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8597EC-2F2A-F0C8-E0A1-A43E0CEA1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EDD745-9255-0FCC-A261-332A7517B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A6C01-8E08-482A-AA2A-11BED563D7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4074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57723-6BEC-EA4B-9ECB-D1B2CBC64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04FF87-6DCC-4BBC-D775-F1E7AEB7CD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2021FB-4C2B-A960-63FE-5D071CC605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1DA48E-FFB5-3C0F-3057-E907CBF585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A97E1E-2003-EB5C-C951-62CC8D5BAA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737DFF-7279-5A85-53F8-A768B5EA9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E4D6D-C370-4F72-9539-D45CB36856BB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F51C59-1B0F-BD2C-6852-1CB9C50B1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EB5B52-CE49-C8A5-8E34-47C249959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A6C01-8E08-482A-AA2A-11BED563D7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4818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DB219-40AC-7772-C6F3-9AC9EFF97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4CF8BC-E67C-7F28-79F3-6A1DD7538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E4D6D-C370-4F72-9539-D45CB36856BB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73DD49-70DD-3716-79FD-DD1F62D12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5DA6E0-EB1D-5522-6112-ACD91F664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A6C01-8E08-482A-AA2A-11BED563D7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242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13353C-B0BA-CF0C-4EE1-128C0EC27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E4D6D-C370-4F72-9539-D45CB36856BB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6C7630-9B97-2126-5136-1B5AD377F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CCB64E-6C8D-D8D2-0E0D-D40077D53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A6C01-8E08-482A-AA2A-11BED563D7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8172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2701F-CBF9-9E8A-5391-0FD0FBF40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BBAD7A-604A-1FE6-488B-B4EB28623D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F3578B-2D3E-5C9C-D2B9-F369346F00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882CB8-26E4-C8CE-B9C6-03DEC54BE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E4D6D-C370-4F72-9539-D45CB36856BB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94BD65-451D-BB05-CC1B-A04863662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90EF2F-9414-0BE2-A900-DC04190A4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A6C01-8E08-482A-AA2A-11BED563D7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2291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06F2C-941F-3179-C87B-FF86D06DC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A24C8D-B6B7-B8B4-9A2B-9D4A864055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EA9435-6232-7194-FA05-A537B4C6BE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E4036A-0716-694E-AD3F-059033606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E4D6D-C370-4F72-9539-D45CB36856BB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6B2D23-3B33-036C-3011-9178C5BCB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785952-B799-B56F-D016-6A9C4BCC9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A6C01-8E08-482A-AA2A-11BED563D7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3456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85F57-A3F0-7CDB-04F8-AD11CD6BB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924C1B-2591-AF54-1A38-668556CAAC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2DA8EA-E7AE-640F-7C42-6D48C8482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E4D6D-C370-4F72-9539-D45CB36856BB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FD9A41-6C87-ACA1-01BB-B42F5F66E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89B6A6-C93F-66D6-FB9B-0ABC346C5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A6C01-8E08-482A-AA2A-11BED563D7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3206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DE7C11-EEC9-4F40-4D0D-A0F57801F5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D511F8-47CE-55DF-A6CB-45D77BFDDC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EEA08F-C566-3129-5298-2222B15AD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E4D6D-C370-4F72-9539-D45CB36856BB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F5F2A6-E2BF-98E5-A45D-51ED50E9D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5C205D-D60E-4B67-2A13-854C3B6B7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A6C01-8E08-482A-AA2A-11BED563D7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7293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328C1C-193C-9D22-7968-55D42A967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4D5E73-8830-77FC-8330-077D4763A0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BF83D0-F19A-BB9D-06AF-504DDE6FDB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6E4D6D-C370-4F72-9539-D45CB36856BB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1024C6-478C-9282-B630-28DFFDC2E0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3C9D6-C0A1-7572-679C-FD345F7523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1A6C01-8E08-482A-AA2A-11BED563D7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0975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2588F-36C6-A9D8-924F-B0165A5B2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4F65F-CE06-8DFF-8DD3-AFD8900067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ECDBDD-4302-AFAF-2EA3-0C4476EBB2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439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3CDDF-B564-2222-F48B-E5F9E4751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5C1B3-3183-5F61-A195-52CAE354F6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1853A8-FF8E-97BA-7B0C-913226A93A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754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AC42D-BE7C-B7BF-BA32-3D08D4098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3D9B4-6694-76F5-B616-DEE451657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6F2E85-B329-FD73-89B8-A9C3A53675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9B69AB-BEDE-5387-9B19-69EC849439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7" y="4566"/>
            <a:ext cx="12192000" cy="6848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4653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1BC63-0C2E-79BD-C039-B3B2549EE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9E17F-2DD2-90C5-A083-BDC1A36C3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6C60A0-E2A4-AD67-460C-44C5FEA60A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CD8F96-58CC-8B22-4B0F-534FEEAE3A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0069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0CDE2-3555-B425-4C38-D9D22D9F5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B4D5D-E82D-F4CB-2D37-72B80EA2F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58A2AA-6807-7D84-AB54-8E328774A1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15169F-F2F1-D2D0-18F3-80307D23A0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7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051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2DCB3-2A36-08FE-DFBC-80523092A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AB773-D1EE-B7C5-0D72-AAE2FD64D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61A62B-1DDD-24EF-6F75-8351FDB6CD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861277-086D-B903-D1B5-DD23E68456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66"/>
            <a:ext cx="12192000" cy="6848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8005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637F6-E5F9-55D2-D2D2-5C761126D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1E959-2664-2872-2F93-49FC40D48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0E4F2E-4261-9321-BBB3-3884104AB5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3DE9F0-BF06-7037-163C-13A38E71F7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427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2641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79B80-08EE-C43F-A009-243B94887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F829AB-1F6E-9A0C-F1CC-082BF7DB67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0B6DE6-3F47-7987-9A40-DDB21E65C3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8100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087688-9F83-EA83-1AC6-3B87D577E2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427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9464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BADHRI NARAYANAN</dc:creator>
  <cp:lastModifiedBy>BADHRI NARAYANAN</cp:lastModifiedBy>
  <cp:revision>2</cp:revision>
  <dcterms:created xsi:type="dcterms:W3CDTF">2025-11-13T09:35:56Z</dcterms:created>
  <dcterms:modified xsi:type="dcterms:W3CDTF">2025-11-13T10:01:32Z</dcterms:modified>
</cp:coreProperties>
</file>